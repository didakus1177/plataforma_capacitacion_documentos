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Presentarse. Aclarar que esta sesión no es sobre la técnica de inspección, sino sobre el proceso y la herramienta. Al final cada quien registra su constancia.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 aquí. Es el cambio de mentalidad que sostiene todo lo demás: un campo mal escrito no lo arregla nadie después.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Repartir el enlace o el QR de la plataforma antes de terminar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77240"/>
            <a:ext cx="32004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/Users/dieal/OneDrive/Desktop/1. Carpetas de respaldo como tal/adc-capacitacion/src/assets/logo-deminc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87552"/>
            <a:ext cx="2743200" cy="63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22402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Y SOCIALIZACIÓN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85800" y="26060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inspección y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automática de reportes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85800" y="4434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del formato y de la aplicación de campo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85800" y="53492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Alejandro Hernández Blanco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Ingeniero de Desarrollo e Integridad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305495" y="53492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IT-OPE-C-12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01 · 09-04-2026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vamos a 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2130552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0574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qué cambió el proceso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4048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papel y transcripción a captura directa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130552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0" y="20574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hace qué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24048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Supervisor, Desarrollo e Inspector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20040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1832" y="3547872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34747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salir a campo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38221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chequeos de un minuto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20040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3547872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0" y="34747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datos y evidencia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0" y="38221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Formularios, fotos y metadatos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461772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1832" y="4965192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54480" y="48920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54480" y="52395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señal, sin señal y el botón 🔄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63640" y="461772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19672" y="4965192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9672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132320" y="48920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y reportar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32320" y="52395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Verificación, retrabajo y buzón de mejoras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aproximada: 30 minutos + evaluación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71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 quedas con una sola cosa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85800" y="192024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escribes en la app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informe que firma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empresa.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85800" y="44805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nadie transcribiendo en el medio.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NUMERAL 2 · ALCANCE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pilares del proceso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401568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240280"/>
            <a:ext cx="566928" cy="5669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del dato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42900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Precisión, que se entienda, que cumpla y que esté escrito siempre igual.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1688" y="1874520"/>
            <a:ext cx="3401568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1728" y="2240280"/>
            <a:ext cx="566928" cy="5669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81728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81728" y="342900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usan solo las aplicaciones internas. Nada de sacar los datos y volverlos a montar.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37576" y="1874520"/>
            <a:ext cx="3401568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7616" y="2240280"/>
            <a:ext cx="566928" cy="5669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7616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57616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57616" y="342900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sigue el rastro desde lo que capturaste hasta el reporte entregado.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5074920"/>
            <a:ext cx="10820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gana:  menos reprocesos   ·   menos tiempo de ciclo   ·   responsabilidades claras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IT-OPE-C-12, numerales 1 y 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NUMERAL 3 · RESPONSABILIDADES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hace qué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20095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025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/ Coordinador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4048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y prioriza, verifica documentos, hace seguimiento y valida al final.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17720" y="222199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la orden de inspección y el sello de aprobación.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227832"/>
            <a:ext cx="10820095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447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Desarrollo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84962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y mantiene las apps y los formatos, y sostiene la infraestructura.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7720" y="366674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la app funcionando y el reporte final.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672584"/>
            <a:ext cx="10820095" cy="1261872"/>
          </a:xfrm>
          <a:prstGeom prst="roundRect">
            <a:avLst>
              <a:gd name="adj" fmla="val 8696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892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529437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en campo, captura los datos y la evidencia, sincroniza y corrige.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7720" y="5111496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el formulario completo, veraz y sincronizado.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inspector es el único que ve el activo. Lo que no capture, no existe.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INSPECTOR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cuatro responsabilidades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4028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en campo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5146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el formato y capturar la evidencia.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24028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0" y="2148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la herramienta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25146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 bien la app: geolocalización y hora incluidas.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52044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93192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3840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42062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Asegurar que lo capturado llegó al servidor.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52044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393192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23760" y="3840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42062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y arreglar los errores antes de cerrar la jornada.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" y="534924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sincronización es una responsabilidad indelegable del Inspector.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IT-OPE-C-12, numeral 3.1.3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NUMERALES 4.1.3 Y 4.2.1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salir a campo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20095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48840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2057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puedas entrar a la aplicación con tus credenciales.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172200" y="2194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 a Desarrollo antes de salir.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154680"/>
            <a:ext cx="10820095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3520440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00200" y="3429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formato asignado corresponda a la tarea.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72200" y="35661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existe, se hace por el método antiguo.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526280"/>
            <a:ext cx="10820095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892040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00200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00200" y="51480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dispositivo esté cargado.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72200" y="49377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campo no siempre hay dónde cargar.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58521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inicia la toma de datos sin la capacitación correspondiente.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NUMERAL 4.4.1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los datos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3949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todo, en la app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1560" y="251460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 y mediciones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fotográfica y documental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Directamente en la aplicación, no en una libreta para pasarlo después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55080" y="1783080"/>
            <a:ext cx="5120640" cy="3429000"/>
          </a:xfrm>
          <a:prstGeom prst="roundRect">
            <a:avLst>
              <a:gd name="adj" fmla="val 3200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0116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captura sola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46888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 y hora de cada punto. Esa es la prueba de dónde y cuándo se hizo la inspección, así que el dispositivo debe tener la ubicación activada.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75120" y="42519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ubicación activada, no hay evidencia de dónde estuviste.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IT-OPE-C-12, numeral 4.4.1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fotos: tres reglas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40156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240280"/>
            <a:ext cx="566928" cy="5669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429000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foto lleva descripción. Sin ella, en el informe queda el espacio vacío debajo.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1688" y="1874520"/>
            <a:ext cx="340156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1728" y="2240280"/>
            <a:ext cx="566928" cy="5669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81728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81728" y="3429000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vea el componente y una referencia de ubicación. Una foto sin contexto no es evidencia.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37576" y="1874520"/>
            <a:ext cx="340156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7616" y="2240280"/>
            <a:ext cx="566928" cy="5669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7616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57616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57616" y="3429000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Numéralas en el orden en que quieres que salgan en el informe.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foto sin descripción obliga a devolver el informe.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DEL DATO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cuesta arreglar después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05840" y="17830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HACES ESTO…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80760" y="17830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…PASA ESTO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10820095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49631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el nombre distinto cada vez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80760" y="24231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no reconoce a la persona y no valida su certificado. Se corrige a mano, uno por uno.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3474720"/>
            <a:ext cx="10820095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82219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en un formato distinto al del campo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80760" y="37490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 vacía al informe, o sale cambiada de mes.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800600"/>
            <a:ext cx="10820095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51480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campos obligatorios "para después"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80760" y="50749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informe no se puede generar y te lo devuelven.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de estos es un error de la app: son datos que hay que escribir bien.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NUMERALES 4.3.1 Y 4.4.1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848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conexión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5840" y="25603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suben solos, de inmediato. El sistema te lo confirma en pantalla: verifica que efectivamente lo diga.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4206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ves la confirmación, no des la jornada por cerrada.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0848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conexión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37960" y="25603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sigue funcionando normalmente y guarda todo en el dispositivo. No se pierde nada por no tener señal.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4206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recuperar señal: botón 🔄 y confirmar que terminó.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539496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sincronización se dispara cuando el formulario está correctamente lleno y finalizado. Uno a medias puede quedarse en el dispositivo sin subir.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MÁS CARO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6916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algo no parece haberse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guardado, no lo crees otra vez.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3794760"/>
            <a:ext cx="3401568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406908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4069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Presiona sincronizar 🔄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61688" y="3794760"/>
            <a:ext cx="3401568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6008" y="406908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76088" y="4069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en pantalla que subió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37576" y="3794760"/>
            <a:ext cx="3401568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11896" y="406908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1896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51976" y="4069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sigue sin subir, repórtalo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5800" y="51663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Duplicar deja dos informes del mismo componente y alguien tiene que borrar uno.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NUMERAL 4.4.2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cerrar: verifica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64008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2057400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1031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campos obligatorios quedaron llenos.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971800"/>
            <a:ext cx="64008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3246120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00200" y="32918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registrado es preciso y coherente con lo que observaste.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4160520"/>
            <a:ext cx="64008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" y="4434840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44805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inspección figura como “Finalizada” o “Cerrada”.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60920" y="178308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¿No puedes corregirlo?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80960" y="251460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estabas haciendo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mensaje de error exacto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sección y el número de la inspección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esos tres datos se resuelve rápido.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 información verificada sirve como base para la notificación formal al cliente.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NUMERALES 4.5 Y 4.6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pasa cuando cierras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1965960" cy="25603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9032" y="233172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99032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95528" y="31272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" y="34747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avisa al supervisor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33472" y="2788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898648" y="1965960"/>
            <a:ext cx="1965960" cy="25603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233172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08376" y="31272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08376" y="34747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Coherencia, completitud y fotos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46320" y="2788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111496" y="1965960"/>
            <a:ext cx="1965960" cy="2560320"/>
          </a:xfrm>
          <a:prstGeom prst="roundRect">
            <a:avLst>
              <a:gd name="adj" fmla="val 5581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24728" y="233172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24728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21224" y="31272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Retrabajo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21224" y="34747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fallas, vuelve a ti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059168" y="2788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324344" y="1965960"/>
            <a:ext cx="1965960" cy="25603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37576" y="233172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37576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34072" y="31272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34072" y="34747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Sello con el 100 % correcto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272016" y="2788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537192" y="1965960"/>
            <a:ext cx="1965960" cy="25603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50424" y="233172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50424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46920" y="31272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46920" y="34747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 el documento final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85800" y="4892040"/>
            <a:ext cx="10820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dato flojo devuelve el ciclo varios pasos atrás. Por eso el retrabajo se siente.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IT-OPE-C-12, numerales 4.5 y 4.6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NUMERAL 5.3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fallas y proponer mejoras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instructivo es explícito: ante cualquier problema técnico, error, falla de funcionamiento o dificultad de llenado, hay que informar directamente y de manera inmediata al Área de Desarrollo.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697480"/>
            <a:ext cx="52578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canal ya existe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34290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con número de radicado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pierde ni se olvida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dejas tu correo, te llega copia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2697480"/>
            <a:ext cx="5257800" cy="2468880"/>
          </a:xfrm>
          <a:prstGeom prst="roundRect">
            <a:avLst>
              <a:gd name="adj" fmla="val 4444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 “Reportar”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37960" y="34290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misma página de la capacitación, arriba. Elige la aplicación, di qué pasó y envía. Te devuelve un número tipo MEJ-0007.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5800" y="5440680"/>
            <a:ext cx="10820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idea dicha de palabra en campo se olvida. Una radicada, no.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88375" y="5257800"/>
            <a:ext cx="30175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/Users/dieal/OneDrive/Desktop/1. Carpetas de respaldo como tal/adc-capacitacion/src/assets/logo-deminc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6975" y="5440680"/>
            <a:ext cx="2560320" cy="58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1887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CERRAR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85800" y="1600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tu constancia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85800" y="25603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 la plataforma de capacitación, elige la aplicación con la que vas a trabajar, recorre los módulos y presenta la evaluación. Al aprobarla registras tus datos y queda tu constancia — es el registro de asistencia de esta sesión.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3794760"/>
            <a:ext cx="749808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39502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426110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pega aquí la URL o el código QR de la plataforma ]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85800" y="5120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Alejandro Hernández Blanco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Desarrollo · 321 629 1861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ADEMINCOL S.A.S.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Proceso de inspección y generación automática de reportes</dc:title>
  <dc:subject>PptxGenJS Presentation</dc:subject>
  <dc:creator>Diego Alejandro Hernández Blanco</dc:creator>
  <cp:lastModifiedBy>Diego Alejandro Hernández Blanco</cp:lastModifiedBy>
  <cp:revision>1</cp:revision>
  <dcterms:created xsi:type="dcterms:W3CDTF">2026-08-24T16:34:14Z</dcterms:created>
  <dcterms:modified xsi:type="dcterms:W3CDTF">2026-08-24T16:34:14Z</dcterms:modified>
</cp:coreProperties>
</file>